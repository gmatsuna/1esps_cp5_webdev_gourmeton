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rT7VuGdyglqceqxtCLOHbAOEI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08" y="5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+ Black">
  <p:cSld name="Logo + Black">
    <p:bg>
      <p:bgPr>
        <a:solidFill>
          <a:srgbClr val="1A1C1E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abeçalho da Seção">
  <p:cSld name="1_Cabeçalho da Seçã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9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sz="3600" b="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9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 b="1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27" name="Google Shape;27;p9"/>
          <p:cNvSpPr txBox="1"/>
          <p:nvPr/>
        </p:nvSpPr>
        <p:spPr>
          <a:xfrm>
            <a:off x="219075" y="6088030"/>
            <a:ext cx="3384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</a:t>
            </a:r>
            <a:r>
              <a:rPr lang="pt-BR" sz="2000">
                <a:solidFill>
                  <a:srgbClr val="595959"/>
                </a:solidFill>
              </a:rPr>
              <a:t>5</a:t>
            </a:r>
            <a:r>
              <a:rPr lang="pt-BR" sz="20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sz="20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ogo + Black">
  <p:cSld name="1_Logo + Black">
    <p:bg>
      <p:bgPr>
        <a:solidFill>
          <a:srgbClr val="1A1C1E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" name="Google Shape;3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1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body" idx="1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8" name="Google Shape;3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>
  <p:cSld name="Cabeçalho da Seção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2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1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sz="4800" b="1" i="0" u="none" strike="noStrike" cap="non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lucasss-professor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>
            <a:spLocks noGrp="1"/>
          </p:cNvSpPr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>
            <a:spLocks noGrp="1"/>
          </p:cNvSpPr>
          <p:nvPr>
            <p:ph type="body" idx="1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>
            <a:spLocks noGrp="1"/>
          </p:cNvSpPr>
          <p:nvPr>
            <p:ph type="body" idx="2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</a:pPr>
            <a:r>
              <a:rPr lang="pt-BR"/>
              <a:t>1. Check-Point 05</a:t>
            </a:r>
            <a:endParaRPr/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App GourmetOn</a:t>
            </a:r>
            <a:endParaRPr/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38200" y="1373502"/>
            <a:ext cx="10515600" cy="3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 sz="2100" b="1">
                <a:solidFill>
                  <a:srgbClr val="171616"/>
                </a:solidFill>
              </a:rPr>
              <a:t>Objetivo: </a:t>
            </a:r>
            <a:r>
              <a:rPr lang="pt-BR" sz="2100">
                <a:solidFill>
                  <a:srgbClr val="171616"/>
                </a:solidFill>
              </a:rPr>
              <a:t>Desenvolver uma Landing Page para o app de delivery GourmetOn</a:t>
            </a:r>
            <a:r>
              <a:rPr lang="pt-BR"/>
              <a:t>, </a:t>
            </a:r>
            <a:r>
              <a:rPr lang="pt-BR" sz="2100" i="0" u="none" strike="noStrike" cap="none">
                <a:solidFill>
                  <a:srgbClr val="1F1F1F"/>
                </a:solidFill>
              </a:rPr>
              <a:t>trabalhar com JSON, e fazer requisições assíncronas com Fetch.</a:t>
            </a:r>
            <a:endParaRPr sz="2100" i="0" u="none" strike="noStrike" cap="none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>
              <a:solidFill>
                <a:srgbClr val="1F1F1F"/>
              </a:solidFill>
            </a:endParaRPr>
          </a:p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r>
              <a:rPr lang="pt-BR" sz="2100">
                <a:solidFill>
                  <a:srgbClr val="1F1F1F"/>
                </a:solidFill>
              </a:rPr>
              <a:t>O objetivo é criar uma página de apresentação chamativa e informativa para o aplicativo de delivery de comida. Utilizem React para construir a interface, Tailwind para estilizar, e Fetch para buscar dados de uma API de comidas.</a:t>
            </a:r>
            <a:endParaRPr sz="2100">
              <a:solidFill>
                <a:srgbClr val="1F1F1F"/>
              </a:solidFill>
            </a:endParaRPr>
          </a:p>
          <a:p>
            <a:pPr marL="228600" marR="0" lvl="0" indent="-762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</a:pPr>
            <a:endParaRPr sz="2100" b="1" i="0" u="none" strike="noStrike" cap="none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Escolhendo a API de Comidas</a:t>
            </a:r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38200" y="1361725"/>
            <a:ext cx="5475900" cy="49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1F1F1F"/>
                </a:solidFill>
              </a:rPr>
              <a:t>Existem diversas APIs gratuitas disponíveis para buscar informações sobre comidas. Algumas opções populares incluem:</a:t>
            </a:r>
            <a:endParaRPr sz="200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1F1F1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lang="pt-BR" sz="2000" b="1">
                <a:solidFill>
                  <a:srgbClr val="1F1F1F"/>
                </a:solidFill>
              </a:rPr>
              <a:t>TheMealDB:</a:t>
            </a:r>
            <a:r>
              <a:rPr lang="pt-BR" sz="2000">
                <a:solidFill>
                  <a:srgbClr val="1F1F1F"/>
                </a:solidFill>
              </a:rPr>
              <a:t> Focada em receitas e detalhes de pratos.</a:t>
            </a:r>
            <a:endParaRPr sz="2000">
              <a:solidFill>
                <a:srgbClr val="1F1F1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lang="pt-BR" sz="2000" b="1">
                <a:solidFill>
                  <a:srgbClr val="1F1F1F"/>
                </a:solidFill>
              </a:rPr>
              <a:t>Spoonacular:</a:t>
            </a:r>
            <a:r>
              <a:rPr lang="pt-BR" sz="2000">
                <a:solidFill>
                  <a:srgbClr val="1F1F1F"/>
                </a:solidFill>
              </a:rPr>
              <a:t> Oferece uma ampla gama de dados, incluindo receitas, nutrição e busca por ingredientes.</a:t>
            </a:r>
            <a:endParaRPr sz="2000">
              <a:solidFill>
                <a:srgbClr val="1F1F1F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lang="pt-BR" sz="2000" b="1">
                <a:solidFill>
                  <a:srgbClr val="1F1F1F"/>
                </a:solidFill>
              </a:rPr>
              <a:t>Open Food Facts:</a:t>
            </a:r>
            <a:r>
              <a:rPr lang="pt-BR" sz="2000">
                <a:solidFill>
                  <a:srgbClr val="1F1F1F"/>
                </a:solidFill>
              </a:rPr>
              <a:t> Base de dados colaborativa com informações nutricionais sobre alimentos.</a:t>
            </a:r>
            <a:endParaRPr sz="200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>
              <a:solidFill>
                <a:srgbClr val="1F1F1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1F1F1F"/>
                </a:solidFill>
              </a:rPr>
              <a:t>Recomendo a </a:t>
            </a:r>
            <a:r>
              <a:rPr lang="pt-BR" sz="2000" b="1">
                <a:solidFill>
                  <a:srgbClr val="1F1F1F"/>
                </a:solidFill>
              </a:rPr>
              <a:t>Spoonacular API</a:t>
            </a:r>
            <a:r>
              <a:rPr lang="pt-BR" sz="2000">
                <a:solidFill>
                  <a:srgbClr val="1F1F1F"/>
                </a:solidFill>
              </a:rPr>
              <a:t>. Você pode se cadastrar gratuitamente e obter uma chave de API para fazer suas requisições.</a:t>
            </a:r>
            <a:endParaRPr sz="2000">
              <a:solidFill>
                <a:srgbClr val="1F1F1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>
              <a:solidFill>
                <a:srgbClr val="1F1F1F"/>
              </a:solidFill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6314100" y="1311150"/>
            <a:ext cx="5628300" cy="462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React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{ 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'react'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App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comidas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setComidas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useState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([]);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useEffect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(()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async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()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'https://api.spoonacular.com/recipes/random?number=5&amp;apiKey=YOUR_API_KEY'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3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response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setComidas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350">
                <a:solidFill>
                  <a:srgbClr val="4FC1FF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3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recipes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pt-BR" sz="13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fetchData</a:t>
            </a: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}, []);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13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// ... restante do código</a:t>
            </a:r>
            <a:endParaRPr sz="13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Componentes principais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838199" y="1361713"/>
            <a:ext cx="10608734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 dirty="0">
                <a:solidFill>
                  <a:srgbClr val="1F1F1F"/>
                </a:solidFill>
              </a:rPr>
              <a:t>Hero </a:t>
            </a:r>
            <a:r>
              <a:rPr lang="pt-BR" sz="2100" b="1" dirty="0" err="1">
                <a:solidFill>
                  <a:srgbClr val="1F1F1F"/>
                </a:solidFill>
              </a:rPr>
              <a:t>Section</a:t>
            </a:r>
            <a:r>
              <a:rPr lang="pt-BR" sz="2100" b="1" dirty="0">
                <a:solidFill>
                  <a:srgbClr val="1F1F1F"/>
                </a:solidFill>
              </a:rPr>
              <a:t>:</a:t>
            </a:r>
            <a:r>
              <a:rPr lang="pt-BR" sz="2100" dirty="0">
                <a:solidFill>
                  <a:srgbClr val="1F1F1F"/>
                </a:solidFill>
              </a:rPr>
              <a:t> Título chamativo, breve descrição do app, botão de download e imagem de fundo com comida deliciosa.</a:t>
            </a:r>
            <a:endParaRPr sz="2100" dirty="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 dirty="0">
                <a:solidFill>
                  <a:srgbClr val="1F1F1F"/>
                </a:solidFill>
              </a:rPr>
              <a:t>Apresentação:</a:t>
            </a:r>
            <a:r>
              <a:rPr lang="pt-BR" sz="2100" dirty="0">
                <a:solidFill>
                  <a:srgbClr val="1F1F1F"/>
                </a:solidFill>
              </a:rPr>
              <a:t> Explicar os benefícios do app, como entrega rápida, variedade de restaurantes e pagamento fácil.</a:t>
            </a:r>
            <a:endParaRPr sz="2100" dirty="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 dirty="0">
                <a:solidFill>
                  <a:srgbClr val="1F1F1F"/>
                </a:solidFill>
              </a:rPr>
              <a:t>Funcionalidades: </a:t>
            </a:r>
            <a:r>
              <a:rPr lang="pt-BR" sz="2100" dirty="0">
                <a:solidFill>
                  <a:srgbClr val="1F1F1F"/>
                </a:solidFill>
              </a:rPr>
              <a:t>Destacar as principais funcionalidades, como busca por tipo de comida, filtros, etc.</a:t>
            </a:r>
            <a:endParaRPr sz="2100" dirty="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 dirty="0">
                <a:solidFill>
                  <a:srgbClr val="1F1F1F"/>
                </a:solidFill>
              </a:rPr>
              <a:t>Depoimentos:</a:t>
            </a:r>
            <a:r>
              <a:rPr lang="pt-BR" sz="2100" dirty="0">
                <a:solidFill>
                  <a:srgbClr val="1F1F1F"/>
                </a:solidFill>
              </a:rPr>
              <a:t> Mostrar depoimentos de clientes satisfeitos.</a:t>
            </a:r>
            <a:endParaRPr sz="2100" dirty="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 dirty="0">
                <a:solidFill>
                  <a:srgbClr val="1F1F1F"/>
                </a:solidFill>
              </a:rPr>
              <a:t>Formulário de Contato: </a:t>
            </a:r>
            <a:r>
              <a:rPr lang="pt-BR" sz="2100" dirty="0">
                <a:solidFill>
                  <a:srgbClr val="1F1F1F"/>
                </a:solidFill>
              </a:rPr>
              <a:t>Coletar e-mails para futuras campanhas.</a:t>
            </a:r>
            <a:endParaRPr sz="2100" dirty="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rgbClr val="1F1F1F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100"/>
              <a:buChar char="●"/>
            </a:pPr>
            <a:r>
              <a:rPr lang="pt-BR" sz="2100" b="1" dirty="0">
                <a:solidFill>
                  <a:srgbClr val="1F1F1F"/>
                </a:solidFill>
              </a:rPr>
              <a:t>Rodapé: </a:t>
            </a:r>
            <a:r>
              <a:rPr lang="pt-BR" sz="2100" dirty="0">
                <a:solidFill>
                  <a:srgbClr val="1F1F1F"/>
                </a:solidFill>
              </a:rPr>
              <a:t>Informações de contato, links para redes sociais e termos de uso.</a:t>
            </a:r>
            <a:endParaRPr sz="2100" dirty="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Desafios e Soluções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838199" y="1361713"/>
            <a:ext cx="10621491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 b="1">
                <a:solidFill>
                  <a:srgbClr val="1F1F1F"/>
                </a:solidFill>
              </a:rPr>
              <a:t>Menu Fixo:</a:t>
            </a:r>
            <a:r>
              <a:rPr lang="pt-BR" sz="2200">
                <a:solidFill>
                  <a:srgbClr val="1F1F1F"/>
                </a:solidFill>
              </a:rPr>
              <a:t> Utilizar o posicionamento fixo e ajustar a opacidade ao rolar a página.</a:t>
            </a:r>
            <a:endParaRPr sz="22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1F1F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 b="1">
                <a:solidFill>
                  <a:srgbClr val="1F1F1F"/>
                </a:solidFill>
              </a:rPr>
              <a:t>Scroll Suave:</a:t>
            </a:r>
            <a:r>
              <a:rPr lang="pt-BR" sz="2200">
                <a:solidFill>
                  <a:srgbClr val="1F1F1F"/>
                </a:solidFill>
              </a:rPr>
              <a:t> Utilizar tailwind para criar transições suaves entre as seções.</a:t>
            </a:r>
            <a:endParaRPr sz="2200">
              <a:solidFill>
                <a:srgbClr val="1F1F1F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1F1F1F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 b="1">
                <a:solidFill>
                  <a:srgbClr val="1F1F1F"/>
                </a:solidFill>
              </a:rPr>
              <a:t>Responsividade:</a:t>
            </a:r>
            <a:r>
              <a:rPr lang="pt-BR" sz="2200">
                <a:solidFill>
                  <a:srgbClr val="1F1F1F"/>
                </a:solidFill>
              </a:rPr>
              <a:t> Utilizar tailwind para garantir que a página se adapte a diferentes tamanhos de tela.</a:t>
            </a:r>
            <a:endParaRPr sz="22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Recursos a serem usados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911860" y="1412875"/>
            <a:ext cx="10394315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 b="1">
                <a:solidFill>
                  <a:srgbClr val="171616"/>
                </a:solidFill>
              </a:rPr>
              <a:t>Vite: </a:t>
            </a:r>
            <a:r>
              <a:rPr lang="pt-BR" sz="2400">
                <a:solidFill>
                  <a:srgbClr val="171616"/>
                </a:solidFill>
              </a:rPr>
              <a:t>Ferramenta para criar rapidamente um novo projeto React.</a:t>
            </a:r>
            <a:endParaRPr sz="2400">
              <a:solidFill>
                <a:srgbClr val="171616"/>
              </a:solidFill>
            </a:endParaRPr>
          </a:p>
          <a:p>
            <a:pPr marL="457200" lvl="0" indent="-3810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 b="1">
                <a:solidFill>
                  <a:srgbClr val="171616"/>
                </a:solidFill>
              </a:rPr>
              <a:t>Tailwind:</a:t>
            </a:r>
            <a:r>
              <a:rPr lang="pt-BR" sz="2400">
                <a:solidFill>
                  <a:srgbClr val="171616"/>
                </a:solidFill>
              </a:rPr>
              <a:t> Framework para estilizar componentes React.</a:t>
            </a:r>
            <a:endParaRPr sz="2400">
              <a:solidFill>
                <a:srgbClr val="171616"/>
              </a:solidFill>
            </a:endParaRPr>
          </a:p>
          <a:p>
            <a:pPr marL="457200" lvl="0" indent="-3810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</a:pPr>
            <a:r>
              <a:rPr lang="pt-BR" sz="2400" b="1">
                <a:solidFill>
                  <a:srgbClr val="171616"/>
                </a:solidFill>
              </a:rPr>
              <a:t>Bibliotecas de Ícones:</a:t>
            </a:r>
            <a:r>
              <a:rPr lang="pt-BR" sz="2400">
                <a:solidFill>
                  <a:srgbClr val="171616"/>
                </a:solidFill>
              </a:rPr>
              <a:t> Font Awesome, Material Icons.</a:t>
            </a:r>
            <a:endParaRPr sz="2400">
              <a:solidFill>
                <a:srgbClr val="17161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Entrega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838200" y="1401000"/>
            <a:ext cx="10541760" cy="4944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Formato esperado: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página final carregada no servidor, com acesso a partir da web, fazer </a:t>
            </a:r>
            <a:r>
              <a:rPr lang="pt-BR" sz="2400" b="0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(por exemplo </a:t>
            </a:r>
            <a:r>
              <a:rPr lang="pt-BR" sz="2400" b="0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Vercel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Vídeo </a:t>
            </a:r>
            <a:r>
              <a:rPr lang="pt-BR" sz="2400" b="1" dirty="0">
                <a:solidFill>
                  <a:srgbClr val="171616"/>
                </a:solidFill>
              </a:rPr>
              <a:t>(opcional - não avaliativo)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gravar um vídeo mostrando a aplicação finalizada, postar no Linkedin e marcar o professor ;) </a:t>
            </a:r>
            <a:r>
              <a:rPr lang="pt-BR" sz="2400" b="0" i="0" u="sng" strike="noStrike" cap="none" dirty="0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</a:t>
            </a:r>
            <a:r>
              <a:rPr lang="pt-BR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a descrição da aplicação.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Grupo de até 5 pessoas! </a:t>
            </a:r>
            <a:r>
              <a:rPr lang="pt-BR" sz="24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Indiquem os nomes dos integrantes.</a:t>
            </a:r>
            <a:endParaRPr sz="2400" b="1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Char char="•"/>
            </a:pP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Entregar link do </a:t>
            </a:r>
            <a:r>
              <a:rPr lang="pt-BR" sz="2400" b="1" i="0" u="none" strike="noStrike" cap="none" dirty="0" err="1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r>
              <a:rPr lang="pt-BR" sz="2400" b="1" i="0" u="none" strike="noStrike" cap="none" dirty="0">
                <a:solidFill>
                  <a:srgbClr val="171616"/>
                </a:solidFill>
                <a:latin typeface="Arial"/>
                <a:ea typeface="Arial"/>
                <a:cs typeface="Arial"/>
                <a:sym typeface="Arial"/>
              </a:rPr>
              <a:t> e repositório no Teams.</a:t>
            </a:r>
            <a:endParaRPr sz="2400" b="0" i="0" u="none" strike="noStrike" cap="none" dirty="0">
              <a:solidFill>
                <a:srgbClr val="1716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pt-BR" dirty="0"/>
              <a:t>5 </a:t>
            </a:r>
            <a:br>
              <a:rPr lang="pt-BR" dirty="0">
                <a:latin typeface="Arial"/>
                <a:ea typeface="Arial"/>
                <a:cs typeface="Arial"/>
                <a:sym typeface="Arial"/>
              </a:rPr>
            </a:br>
            <a:r>
              <a:rPr lang="pt-BR" dirty="0"/>
              <a:t>Prof. Lucas Sousa</a:t>
            </a:r>
            <a:endParaRPr dirty="0"/>
          </a:p>
        </p:txBody>
      </p:sp>
      <p:sp>
        <p:nvSpPr>
          <p:cNvPr id="115" name="Google Shape;115;p6"/>
          <p:cNvSpPr txBox="1">
            <a:spLocks noGrp="1"/>
          </p:cNvSpPr>
          <p:nvPr>
            <p:ph type="sldNum" idx="4294967295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540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Personalizar design</vt:lpstr>
      <vt:lpstr>Apresentação do PowerPoint</vt:lpstr>
      <vt:lpstr>Engenharia de Software</vt:lpstr>
      <vt:lpstr>1. Check-Point 05</vt:lpstr>
      <vt:lpstr>App GourmetOn</vt:lpstr>
      <vt:lpstr>Escolhendo a API de Comidas</vt:lpstr>
      <vt:lpstr>Componentes principais</vt:lpstr>
      <vt:lpstr>Desafios e Soluções</vt:lpstr>
      <vt:lpstr>Recursos a serem usados</vt:lpstr>
      <vt:lpstr>Entrega</vt:lpstr>
      <vt:lpstr>Copyright © 2025  Prof. Lucas Sousa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Allen Fernando Oberleitner Lima</dc:creator>
  <cp:lastModifiedBy>Gilberto Hideaki Matsunaga</cp:lastModifiedBy>
  <cp:revision>1</cp:revision>
  <dcterms:created xsi:type="dcterms:W3CDTF">2024-03-15T13:51:00Z</dcterms:created>
  <dcterms:modified xsi:type="dcterms:W3CDTF">2026-05-04T21:25:11Z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1046-12.2.0.16731</vt:lpwstr>
  </property>
</Properties>
</file>